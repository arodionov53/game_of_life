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2FF"/>
                </a:solidFill>
                <a:latin typeface="Calibri"/>
              </a:defRPr>
            </a:pPr>
            <a:r>
              <a:t>OpenSpec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7B68EE"/>
                </a:solidFill>
                <a:latin typeface="Calibri"/>
              </a:defRPr>
            </a:pPr>
            <a:r>
              <a:t>for Existing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Capture what exists as specs, then use the workflow</a:t>
            </a:r>
            <a:br/>
            <a:r>
              <a:t>for all future changes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The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  <a:latin typeface="Calibri"/>
              </a:defRPr>
            </a:pPr>
            <a:r>
              <a:t>You already have code. Now you need a structured way to evolve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2926080" cy="22860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65960" y="2651760"/>
            <a:ext cx="822960" cy="82296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B68EE"/>
                </a:solidFill>
                <a:latin typeface="Calibri"/>
              </a:defRPr>
            </a:pPr>
            <a:r>
              <a:t>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Understand what</a:t>
            </a:r>
            <a:br/>
            <a:r>
              <a:t>you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108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377440"/>
            <a:ext cx="2926080" cy="22860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23560" y="265176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2FF"/>
                </a:solidFill>
                <a:latin typeface="Calibri"/>
              </a:defRPr>
            </a:pPr>
            <a:r>
              <a:t>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Capture current</a:t>
            </a:r>
            <a:br/>
            <a:r>
              <a:t>behavior as specs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CCCCC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377440"/>
            <a:ext cx="2926080" cy="228600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81160" y="2651760"/>
            <a:ext cx="822960" cy="82296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57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96"/>
                </a:solidFill>
                <a:latin typeface="Calibri"/>
              </a:defRPr>
            </a:pPr>
            <a:r>
              <a:t>Evolve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114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Use the workflow</a:t>
            </a:r>
            <a:br/>
            <a:r>
              <a:t>for all future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700"/>
                </a:solidFill>
                <a:latin typeface="Calibri"/>
              </a:defRPr>
            </a:pPr>
            <a:r>
              <a:t>Key insight: initial specs describe what the code does now, not what you wish it did.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B68EE"/>
                </a:solidFill>
                <a:latin typeface="Calibri"/>
              </a:defRPr>
            </a:pPr>
            <a:r>
              <a:t>Step 1 — Understand the Codebase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Before writing specs, map what you have with graphify: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029200" cy="54864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Builds a knowledge graph:</a:t>
            </a:r>
            <a:br/>
            <a:r>
              <a:t>• Communities (module clusters)</a:t>
            </a:r>
            <a:br/>
            <a:r>
              <a:t>• God nodes (central dependencies)</a:t>
            </a:r>
            <a:br/>
            <a:r>
              <a:t>• Surprising connections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20240"/>
            <a:ext cx="50292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query "What are the main</a:t>
            </a:r>
            <a:br/>
            <a:r>
              <a:t>modules and how do they connect?"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200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Query the graph to identify</a:t>
            </a:r>
            <a:br/>
            <a:r>
              <a:t>key modules worth specifying.</a:t>
            </a:r>
            <a:br/>
            <a:br/>
            <a:r>
              <a:t>The graph reveals structure</a:t>
            </a:r>
            <a:br/>
            <a:r>
              <a:t>you might otherwise miss.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Step 2 — Initialize OpenSpec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6400800" cy="9144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propose</a:t>
            </a:r>
            <a:br/>
            <a:r>
              <a:t>&gt; "Initialize specs for the existing codebase"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OpenSpec reads your code and generates: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5029200" cy="27432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openspec/</a:t>
            </a:r>
            <a:br/>
            <a:r>
              <a:t>├── config.yaml</a:t>
            </a:r>
            <a:br/>
            <a:r>
              <a:t>├── specs/</a:t>
            </a:r>
            <a:br/>
            <a:r>
              <a:t>│   ├── auth/</a:t>
            </a:r>
            <a:br/>
            <a:r>
              <a:t>│   │   └── spec.md    # current behavior</a:t>
            </a:r>
            <a:br/>
            <a:r>
              <a:t>│   ├── api/</a:t>
            </a:r>
            <a:br/>
            <a:r>
              <a:t>│   │   └── spec.md</a:t>
            </a:r>
            <a:br/>
            <a:r>
              <a:t>│   └── database/</a:t>
            </a:r>
            <a:br/>
            <a:r>
              <a:t>│       └── spec.md</a:t>
            </a:r>
            <a:br/>
            <a:r>
              <a:t>└── changes/</a:t>
            </a:r>
            <a:br/>
            <a:r>
              <a:t>    └── archive/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017520"/>
            <a:ext cx="5029200" cy="1645920"/>
          </a:xfrm>
          <a:prstGeom prst="roundRect">
            <a:avLst/>
          </a:prstGeom>
          <a:solidFill>
            <a:srgbClr val="2D1B00"/>
          </a:solidFill>
          <a:ln w="254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3154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A500"/>
                </a:solidFill>
                <a:latin typeface="Calibri"/>
              </a:defRPr>
            </a:pPr>
            <a:r>
              <a:t>⚠  Key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611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Initial specs describe what the code does now,</a:t>
            </a:r>
            <a:br/>
            <a:r>
              <a:t>not what you wish it did.</a:t>
            </a:r>
            <a:br/>
            <a:br/>
            <a:r>
              <a:t>Aspirational changes come later as proposals.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Example: Adding Caching to an Existing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68EE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029200" cy="11887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explore</a:t>
            </a:r>
            <a:br/>
            <a:r>
              <a:t>&gt; "The API is slow on repeated queries.</a:t>
            </a:r>
            <a:br/>
            <a:r>
              <a:t>   Should I add Redis or in-memory caching?</a:t>
            </a:r>
            <a:br/>
            <a:r>
              <a:t>   What endpoints benefit most?"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Clarifies scope, surfaces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/>
              </a:defRPr>
            </a:pPr>
            <a:r>
              <a:t>Propose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5029200" cy="11887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propose</a:t>
            </a:r>
            <a:br/>
            <a:r>
              <a:t>&gt; "Add in-memory caching to /products</a:t>
            </a:r>
            <a:br/>
            <a:r>
              <a:t>   and /search with 5-min TTL and</a:t>
            </a:r>
            <a:br/>
            <a:r>
              <a:t>   cache invalidation on writes"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5029200" cy="228600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openspec/changes/add-api-caching/</a:t>
            </a:r>
            <a:br/>
            <a:r>
              <a:t>├── proposal.md       # what and why</a:t>
            </a:r>
            <a:br/>
            <a:r>
              <a:t>├── design.md         # cache strategy</a:t>
            </a:r>
            <a:br/>
            <a:r>
              <a:t>├── delta-specs/      # only changed specs</a:t>
            </a:r>
            <a:br/>
            <a:r>
              <a:t>│   └── api/spec.md   # adds caching section</a:t>
            </a:r>
            <a:br/>
            <a:r>
              <a:t>└── tasks.md          # implementation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Delta-specs contain only the diff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what this change adds or modifies.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5029200" cy="11887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apply      # implement</a:t>
            </a:r>
            <a:br/>
            <a:r>
              <a:t>/openspec sync       # merge into main specs</a:t>
            </a:r>
            <a:br/>
            <a:r>
              <a:t>/openspec archive    # archive the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2FF"/>
                </a:solidFill>
                <a:latin typeface="Calibri"/>
              </a:defRPr>
            </a:pPr>
            <a:r>
              <a:t>Example: Refactoring Existing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OpenSpec knows the current specs — delta-specs show exactly what moves where.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7B68EE"/>
                </a:solidFill>
                <a:latin typeface="Calibri"/>
              </a:defRPr>
            </a:pPr>
            <a:r>
              <a:t>Propose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6400800" cy="11887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propose</a:t>
            </a:r>
            <a:br/>
            <a:r>
              <a:t>&gt; "Extract validation logic from controllers</a:t>
            </a:r>
            <a:br/>
            <a:r>
              <a:t>   into a shared Validators module</a:t>
            </a:r>
            <a:br/>
            <a:r>
              <a:t>   to reduce duplication"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96"/>
                </a:solidFill>
                <a:latin typeface="Calibri"/>
              </a:defRPr>
            </a:pPr>
            <a:r>
              <a:t>Implement and close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4572000" cy="118872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/openspec apply</a:t>
            </a:r>
            <a:br/>
            <a:r>
              <a:t>/openspec sync</a:t>
            </a:r>
            <a:br/>
            <a:r>
              <a:t>/openspec archive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A500"/>
                </a:solidFill>
                <a:latin typeface="Calibri"/>
              </a:defRPr>
            </a:pPr>
            <a:r>
              <a:t>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572000"/>
            <a:ext cx="5029200" cy="11887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E696"/>
                </a:solidFill>
                <a:latin typeface="Calibri"/>
              </a:defRPr>
            </a:pPr>
            <a:r>
              <a:t>✓  Specs reflect the new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E696"/>
                </a:solidFill>
                <a:latin typeface="Calibri"/>
              </a:defRPr>
            </a:pPr>
            <a:r>
              <a:t>✓  Future changes build on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No manual spec-editing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Tips for Existing Projects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34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8EE"/>
                </a:solidFill>
                <a:latin typeface="Calibri"/>
              </a:defRPr>
            </a:pPr>
            <a:r>
              <a:t>Don't spec everything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Start with the modules you're about to change.</a:t>
            </a:r>
            <a:br/>
            <a:r>
              <a:t>Add specs for other modules as you touch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5156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8EE"/>
                </a:solidFill>
                <a:latin typeface="Calibri"/>
              </a:defRPr>
            </a:pPr>
            <a:r>
              <a:t>config.yaml is for hidden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e.g. "never break the public API",</a:t>
            </a:r>
            <a:br/>
            <a:r>
              <a:t>"all changes need migration scripts", "deploy target is K8s"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39"/>
            <a:ext cx="105156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8EE"/>
                </a:solidFill>
                <a:latin typeface="Calibri"/>
              </a:defRPr>
            </a:pPr>
            <a:r>
              <a:t>Review generated specs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The AI reads your code but may miss business context.</a:t>
            </a:r>
            <a:br/>
            <a:r>
              <a:t>Edit spec.md files directly if needed.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105156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8EE"/>
                </a:solidFill>
                <a:latin typeface="Calibri"/>
              </a:defRPr>
            </a:pPr>
            <a:r>
              <a:t>Graphify + query before proposing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/graphify query "What depends on the auth module?"</a:t>
            </a:r>
            <a:br/>
            <a:r>
              <a:t>reveals blast radius before you write a proposal.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59"/>
            <a:ext cx="105156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44067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68EE"/>
                </a:solidFill>
                <a:latin typeface="Calibri"/>
              </a:defRPr>
            </a:pPr>
            <a:r>
              <a:t>One change at a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Finish, sync, and archive before starting the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2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103120"/>
            <a:ext cx="9144000" cy="640080"/>
          </a:xfrm>
          <a:prstGeom prst="round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00E696"/>
                </a:solidFill>
                <a:latin typeface="Courier New"/>
              </a:defRPr>
            </a:pPr>
            <a:r>
              <a:t>/graphify .   →   /openspec propose   →   /openspec apply   →   /openspec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B68EE"/>
                </a:solidFill>
                <a:latin typeface="Calibri"/>
              </a:defRPr>
            </a:pPr>
            <a:r>
              <a:t>Map the</a:t>
            </a:r>
            <a:br/>
            <a:r>
              <a:t>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2FF"/>
                </a:solidFill>
                <a:latin typeface="Calibri"/>
              </a:defRPr>
            </a:pPr>
            <a:r>
              <a:t>Capture specs</a:t>
            </a:r>
            <a:br/>
            <a:r>
              <a:t>for what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696"/>
                </a:solidFill>
                <a:latin typeface="Calibri"/>
              </a:defRPr>
            </a:pPr>
            <a:r>
              <a:t>Implement</a:t>
            </a:r>
            <a:br/>
            <a:r>
              <a:t>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2926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A500"/>
                </a:solidFill>
                <a:latin typeface="Calibri"/>
              </a:defRPr>
            </a:pPr>
            <a:r>
              <a:t>Keep specs</a:t>
            </a:r>
            <a:br/>
            <a:r>
              <a:t>in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Specs describe current behavior  •  Changes come as proposals</a:t>
            </a:r>
            <a:br/>
            <a:r>
              <a:t>Delta-specs track the diff  •  Archive when done  •  Repeat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