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FF"/>
                </a:solidFill>
                <a:latin typeface="Calibri"/>
              </a:defRPr>
            </a:pPr>
            <a:r>
              <a:t>OpenSpec +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B68EE"/>
                </a:solidFill>
                <a:latin typeface="Calibri"/>
              </a:defRPr>
            </a:pPr>
            <a:r>
              <a:t>Better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Combine codebase mapping with spec-driven development</a:t>
            </a:r>
            <a:br/>
            <a:r>
              <a:t>for informed, traceable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Each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graphify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Where are we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Map &amp; explore the codebase as a knowledge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graphify-out/ — graph.json, report, HTML viz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Reveals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Communities, god nodes, surprising connections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08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Calibri"/>
              </a:defRPr>
            </a:pPr>
            <a:r>
              <a:t>OpenSpec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2024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68EE"/>
                </a:solidFill>
                <a:latin typeface="Calibri"/>
              </a:defRPr>
            </a:pPr>
            <a:r>
              <a:t>Where are we going?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Plan &amp; track changes (specs, tasks, design)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openspec/ — specs, changes,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Tracks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Proposals, designs, delta-specs,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  <a:latin typeface="Calibri"/>
              </a:defRPr>
            </a:pPr>
            <a:r>
              <a:t>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The Combined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146304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5544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graphify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2011680" cy="5029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.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46304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graphify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474720"/>
            <a:ext cx="2011680" cy="5029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query "..."</a:t>
            </a:r>
          </a:p>
        </p:txBody>
      </p:sp>
      <p:sp>
        <p:nvSpPr>
          <p:cNvPr id="13" name="Oval 12"/>
          <p:cNvSpPr/>
          <p:nvPr/>
        </p:nvSpPr>
        <p:spPr>
          <a:xfrm>
            <a:off x="5532120" y="1463040"/>
            <a:ext cx="822960" cy="82296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B68EE"/>
                </a:solidFill>
                <a:latin typeface="Calibri"/>
              </a:defRPr>
            </a:pPr>
            <a:r>
              <a:t>Propose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OpenSpec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474720"/>
            <a:ext cx="2011680" cy="5029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propose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1463040"/>
            <a:ext cx="822960" cy="82296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B68EE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OpenSpec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474720"/>
            <a:ext cx="2011680" cy="5029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apply</a:t>
            </a:r>
          </a:p>
        </p:txBody>
      </p:sp>
      <p:sp>
        <p:nvSpPr>
          <p:cNvPr id="23" name="Oval 22"/>
          <p:cNvSpPr/>
          <p:nvPr/>
        </p:nvSpPr>
        <p:spPr>
          <a:xfrm>
            <a:off x="10104120" y="146304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graphify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474720"/>
            <a:ext cx="2011680" cy="5029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. --update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57200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graphify gives you the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Calibri"/>
              </a:defRPr>
            </a:pPr>
            <a:r>
              <a:t>OpenSpec gives you the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Together: proposals grounded in actual architecture,</a:t>
            </a:r>
            <a:br/>
            <a:r>
              <a:t>not guesses. Graph stays in sync after every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Map the Codebase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5486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Builds a knowledge graph with:</a:t>
            </a:r>
            <a:br/>
            <a:br/>
            <a:r>
              <a:t>• God nodes — central, highly-connected entities</a:t>
            </a:r>
            <a:br/>
            <a:r>
              <a:t>• Communities — clusters of related modules</a:t>
            </a:r>
            <a:br/>
            <a:r>
              <a:t>• Surprising connections — unexpected bridges</a:t>
            </a:r>
            <a:br/>
            <a:r>
              <a:t>• Interactive HTML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What you get: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029200" cy="22860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graphify-out/</a:t>
            </a:r>
            <a:br/>
            <a:r>
              <a:t>├── graph.html      # interactive viz</a:t>
            </a:r>
            <a:br/>
            <a:r>
              <a:t>├── GRAPH_REPORT.md # audit report</a:t>
            </a:r>
            <a:br/>
            <a:r>
              <a:t>│   ├── God Nodes</a:t>
            </a:r>
            <a:br/>
            <a:r>
              <a:t>│   ├── Surprising Connections</a:t>
            </a:r>
            <a:br/>
            <a:r>
              <a:t>│   └── Suggested Questions</a:t>
            </a:r>
            <a:br/>
            <a:r>
              <a:t>└── graph.json      # 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00"/>
                </a:solidFill>
                <a:latin typeface="Calibri"/>
              </a:defRPr>
            </a:pPr>
            <a:r>
              <a:t>This gives you (and the AI) a structural map before you plan anything.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Query Before You Propose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6400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query "What modules would be affected by adding multiplayer support?"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The graph traces dependencies across communities — you know the blast radius</a:t>
            </a:r>
            <a:br/>
            <a:r>
              <a:t>before writing a change proposal.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Calibri"/>
              </a:defRPr>
            </a:pPr>
            <a:r>
              <a:t>Useful queries before proposing: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515600" cy="6400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query "What depends on the auth module?"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515600" cy="6400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query "What is the shortest path between</a:t>
            </a:r>
            <a:br/>
            <a:r>
              <a:t>  UserController and Database?"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59"/>
            <a:ext cx="10515600" cy="6400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query "What modules span multiple communities?"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68E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68EE"/>
                </a:solidFill>
                <a:latin typeface="Calibri"/>
              </a:defRPr>
            </a:pPr>
            <a:r>
              <a:t>Propose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9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96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5486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propose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Your proposal is now grounded</a:t>
            </a:r>
            <a:br/>
            <a:r>
              <a:t>in actual architecture, not guesses.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4754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68EE"/>
                </a:solidFill>
                <a:latin typeface="Calibri"/>
              </a:defRPr>
            </a:pPr>
            <a:r>
              <a:t>Because you queried the graph first: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✓  You know which modules are affected</a:t>
            </a:r>
            <a:br/>
            <a:br/>
            <a:r>
              <a:t>✓  You know the dependency chain</a:t>
            </a:r>
            <a:br/>
            <a:br/>
            <a:r>
              <a:t>✓  You know which communities</a:t>
            </a:r>
            <a:br/>
            <a:r>
              <a:t>    will be touched</a:t>
            </a:r>
            <a:br/>
            <a:br/>
            <a:r>
              <a:t>✓  The design doc reflects reality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029200" cy="5486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Implement tasks from the change.</a:t>
            </a:r>
            <a:br/>
            <a:r>
              <a:t>Code, tests, done.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40"/>
            <a:ext cx="5029200" cy="9144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sync      # merge delta specs</a:t>
            </a:r>
            <a:br/>
            <a:r>
              <a:t>/openspec archive   # archive the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Specs are now updated.</a:t>
            </a:r>
            <a:br/>
            <a:r>
              <a:t>Ready for the next 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Update the Graph &amp; Verify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. --update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Incremental update — only re-extracts</a:t>
            </a:r>
            <a:br/>
            <a:r>
              <a:t>changed files. Fast, cheap, keeps</a:t>
            </a:r>
            <a:br/>
            <a:r>
              <a:t>the graph in sync with reality.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82296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query "How does the new</a:t>
            </a:r>
            <a:br/>
            <a:r>
              <a:t>module connect to the rest?"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Verify the structure after implementation.</a:t>
            </a:r>
            <a:br/>
            <a:r>
              <a:t>Did the change create unexpected</a:t>
            </a:r>
            <a:br/>
            <a:r>
              <a:t>couplings? Is the graph healthy?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The Continuous 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1645920" cy="6400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3891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389120"/>
            <a:ext cx="1645920" cy="6400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3891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389120"/>
            <a:ext cx="1645920" cy="64008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Propose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3891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89120"/>
            <a:ext cx="1645920" cy="64008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3891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4389120"/>
            <a:ext cx="1645920" cy="64008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↻  After Update, loop back to Query for the next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Practical Tips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Run graphify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On any unfamiliar codebase — community structure and god nodes</a:t>
            </a:r>
            <a:br/>
            <a:r>
              <a:t>reveal where complexity lives before you propose anything.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515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Use --update after each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Keeps the graph current without a full rebuild.</a:t>
            </a:r>
            <a:br/>
            <a:r>
              <a:t>Cheap, fast, incremental.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515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Calibri"/>
              </a:defRPr>
            </a:pPr>
            <a:r>
              <a:t>Query before proposing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5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/graphify query can answer "what depends on X?" or</a:t>
            </a:r>
            <a:br/>
            <a:r>
              <a:t>"shortest path between A and B?" — informs your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199"/>
            <a:ext cx="1051560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68EE"/>
                </a:solidFill>
                <a:latin typeface="Calibri"/>
              </a:defRPr>
            </a:pPr>
            <a:r>
              <a:t>Suggested Questions → Design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53211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The graph report's Suggested Questions often surface</a:t>
            </a:r>
            <a:br/>
            <a:r>
              <a:t>architectural concerns that should appear in your OpenSpec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