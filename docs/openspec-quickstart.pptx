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  <a:latin typeface="Calibri"/>
              </a:defRPr>
            </a:pPr>
            <a:r>
              <a:t>OpenSpec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Quickstart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Spec-driven workflow for planning and implementing</a:t>
            </a:r>
            <a:br/>
            <a:r>
              <a:t>changes with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is OpenSpec?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A spec-driven workflow that keeps specs, designs, and tasks</a:t>
            </a:r>
            <a:br/>
            <a:r>
              <a:t>in version control alongside your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32004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openspec/</a:t>
            </a:r>
            <a:br/>
            <a:r>
              <a:t>├── config.yaml</a:t>
            </a:r>
            <a:br/>
            <a:r>
              <a:t>├── specs/</a:t>
            </a:r>
            <a:br/>
            <a:r>
              <a:t>│   ├── auth/spec.md</a:t>
            </a:r>
            <a:br/>
            <a:r>
              <a:t>│   └── api/spec.md</a:t>
            </a:r>
            <a:br/>
            <a:r>
              <a:t>└── changes/</a:t>
            </a:r>
            <a:br/>
            <a:r>
              <a:t>    └── archive/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Calibri"/>
              </a:defRPr>
            </a:pPr>
            <a:r>
              <a:t>Directory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config.yaml — project settings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specs/ — living specifications, one per module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changes/ — planned and archived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Core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ourier New"/>
              </a:defRPr>
            </a:pPr>
            <a:r>
              <a:t>/openspec explore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Think through an idea before committing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5156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ourier New"/>
              </a:defRPr>
            </a:pPr>
            <a:r>
              <a:t>/openspec propose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Create a change with design, specs, and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ourier New"/>
              </a:defRPr>
            </a:pPr>
            <a:r>
              <a:t>/openspec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75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Implement tasks from a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5156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ourier New"/>
              </a:defRPr>
            </a:pPr>
            <a:r>
              <a:t>/openspec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36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Update main specs with delta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5156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ourier New"/>
              </a:defRPr>
            </a:pPr>
            <a:r>
              <a:t>/openspec archive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Archive a completed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1463040"/>
            <a:ext cx="822960" cy="82296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B68EE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Clarify requirements</a:t>
            </a:r>
            <a:br/>
            <a:r>
              <a:t>and trade-offs</a:t>
            </a:r>
          </a:p>
        </p:txBody>
      </p:sp>
      <p:sp>
        <p:nvSpPr>
          <p:cNvPr id="7" name="Oval 6"/>
          <p:cNvSpPr/>
          <p:nvPr/>
        </p:nvSpPr>
        <p:spPr>
          <a:xfrm>
            <a:off x="4297680" y="146304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Propose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Generate design,</a:t>
            </a:r>
            <a:br/>
            <a:r>
              <a:t>specs, and tasks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1463040"/>
            <a:ext cx="822960" cy="82296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96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Implement tasks,</a:t>
            </a:r>
            <a:br/>
            <a:r>
              <a:t>write code &amp; tests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0" y="1463040"/>
            <a:ext cx="822960" cy="8229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500"/>
                </a:solidFill>
                <a:latin typeface="Calibri"/>
              </a:defRPr>
            </a:pPr>
            <a:r>
              <a:t>Sync &amp;</a:t>
            </a:r>
            <a:br/>
            <a:r>
              <a:t>Archive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Merge specs,</a:t>
            </a:r>
            <a:br/>
            <a:r>
              <a:t>close the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Step 1 is optional — jump straight to Propose if requirements are clear.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B68EE"/>
                </a:solidFill>
                <a:latin typeface="Calibri"/>
              </a:defRPr>
            </a:pPr>
            <a:r>
              <a:t>1. Explore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4754880" cy="5486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"I want to add user authentication —</a:t>
            </a:r>
            <a:br/>
            <a:r>
              <a:t>should I use JWT or sessions?"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Thinking partner mode. No artifacts created —</a:t>
            </a:r>
            <a:br/>
            <a:r>
              <a:t>just discussion to clarify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2. Propose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5486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propose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"Add a REST API with CRUD endpoints for tasks"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51760"/>
            <a:ext cx="5029200" cy="25603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openspec/changes/add-task-api/</a:t>
            </a:r>
            <a:br/>
            <a:r>
              <a:t>├── proposal.md      # what and why</a:t>
            </a:r>
            <a:br/>
            <a:r>
              <a:t>├── design.md        # architecture</a:t>
            </a:r>
            <a:br/>
            <a:r>
              <a:t>├── delta-specs/     # spec changes</a:t>
            </a:r>
            <a:br/>
            <a:r>
              <a:t>│   └── api/spec.md</a:t>
            </a:r>
            <a:br/>
            <a:r>
              <a:t>└── tasks.md         # impl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E696"/>
                </a:solidFill>
                <a:latin typeface="Calibri"/>
              </a:defRPr>
            </a:pPr>
            <a:r>
              <a:t>3. Apply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4754880" cy="5486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Walks through tasks one by one:</a:t>
            </a:r>
            <a:br/>
            <a:r>
              <a:t>• Writes code</a:t>
            </a:r>
            <a:br/>
            <a:r>
              <a:t>• Runs tests</a:t>
            </a:r>
            <a:br/>
            <a:r>
              <a:t>• Marks tasks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A500"/>
                </a:solidFill>
                <a:latin typeface="Calibri"/>
              </a:defRPr>
            </a:pPr>
            <a:r>
              <a:t>4. Sync &amp; Archive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9144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sync</a:t>
            </a:r>
            <a:br/>
            <a:r>
              <a:t>/openspec archive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• sync — merges delta specs into main specs</a:t>
            </a:r>
            <a:br/>
            <a:r>
              <a:t>• archive — moves completed change to archive</a:t>
            </a:r>
            <a:br/>
            <a:br/>
            <a:r>
              <a:t>Specs now reflect the new state of the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Example: Game of Life in Elixir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Step 1 — Propose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058400" cy="9144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propose</a:t>
            </a:r>
            <a:br/>
            <a:r>
              <a:t>&gt; "Build a Game of Life simulation engine with RLE pattern</a:t>
            </a:r>
            <a:br/>
            <a:r>
              <a:t>   parsing, grid simulation, and a terminal UI"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Creates specs: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4572000" cy="13716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openspec/specs/</a:t>
            </a:r>
            <a:br/>
            <a:r>
              <a:t>├── rle-parser/spec.md</a:t>
            </a:r>
            <a:br/>
            <a:r>
              <a:t>├── simulation-engine/spec.md</a:t>
            </a:r>
            <a:br/>
            <a:r>
              <a:t>└── terminal-ui/spec.md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Then iterate: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474720"/>
            <a:ext cx="5486400" cy="13716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Step 2:  /openspec apply</a:t>
            </a:r>
            <a:br/>
            <a:r>
              <a:t>         parser → engine → UI</a:t>
            </a:r>
            <a:br/>
            <a:br/>
            <a:r>
              <a:t>Step 3:  /openspec propose</a:t>
            </a:r>
            <a:br/>
            <a:r>
              <a:t>         &gt; "Add pattern library"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Each new change builds on existing specs. Rinse and repeat.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533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Calibri"/>
              </a:defRPr>
            </a:pPr>
            <a:r>
              <a:t>Specs are living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They evolve with each change via delta-specs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5156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87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Calibri"/>
              </a:defRPr>
            </a:pPr>
            <a:r>
              <a:t>One change at a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Finish and archive before starting the 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5156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Calibri"/>
              </a:defRPr>
            </a:pPr>
            <a:r>
              <a:t>Use config.yaml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51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Add constraints the AI can't infer from code</a:t>
            </a:r>
            <a:br/>
            <a:r>
              <a:t>e.g. "support Windows and macOS"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105156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566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Calibri"/>
              </a:defRPr>
            </a:pPr>
            <a:r>
              <a:t>Combine with graphify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Run /graphify . first to map the codebase,</a:t>
            </a:r>
            <a:br/>
            <a:r>
              <a:t>then propose changes informed by the knowledge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